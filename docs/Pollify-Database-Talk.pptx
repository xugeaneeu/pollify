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Daniil. Today I'll walk you through Pollify — a polling and voting service. The focus is on how we leaned on Postgres to encode the domain rules, and how those choices line up with database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domain fits into seven tables. Users, polls, and options for fixed choices. The interesting pair is poll_participants and votes — we keep the fact someone participated separate from what they actually chose. Reports and report_reviews drive moderation. Two enum types for report status and review decision, three triggers, nine indexes — all in a single migration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headline design choice. We need two invariants: one user, one vote; and for anonymous polls, no link between user and choice. Solving both at the schema level is what this two-table split does. poll_participants has a composite primary key — poll_id and user_id together — so duplicate participation is impossible. Votes carries the actual answer, but its user_id is nullable. For anonymous polls we leave user_id NULL. The mapping from user to vote literally does not exist in the row. This is the database analog of secret-ballot voting — separation of identity from data — enforced by structure, not by application checks. Even direct SQL access can't reconstruct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CHECK constraints and two composite primary keys do most of the work. End time after start time. Multi-choice means max_choices ≥ 2. Multi-choice and free-text are mutually exclusive. A vote row carries an option XOR a custom text — never both, never neither. Role constrained to USER or ADMIN. This maps onto Codd's tenth rule: integrity constraints belong in the catalog, not in application programs. Each rule closes off a class of bugs at the data boundary — a misbehaving handler or hand-written script can't bypass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invariants need procedural row-level logic that CHECK can't express. Three triggers. Only admins can insert report_reviews. Admins can't review their own reports — that one even joins reports and report_reviews. A vote's option must belong to the same poll as the vote — referential integrity across tables. Application code validates first for fast feedback; triggers are the last line of defense — they fire even on direct DB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Vote submission and admin review are both atomic transactions. Vote submission inserts into poll_participants and votes in one transaction. If a user tries to vote twice, the UNIQUE violation on poll_participants fires — we map error code 23505 to a clean 409 Conflict, and the votes inserts roll back. Admin review inserts into report_reviews and updates the report row in one transaction; the trigger checks role and self-review before either succeeds. The quorum logic itself is a pure function over the reviews list, run by the application right before the UPDATE. ACID plus UNIQUE replaces application-level 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What Postgres gave us: uniqueness, referential integrity, domain typing via enums, cross-row invariants via triggers, atomicity across multi-table writes. What stayed in the application: anything that depends on the current time — computing scheduled / active / completed / hidden. The quorum threshold itself, parameterized. Aggregations and pagination. Schema as a contract: every business rule we encoded once, in one migration, lives forever — outliving any future code that touches the database.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64592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POLLIFY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Voting &amp; quorum-moderated polls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7D2FE"/>
                </a:solidFill>
                <a:latin typeface="Calibri"/>
              </a:rPr>
              <a:t>Database design through the lens of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D2FE"/>
                </a:solidFill>
                <a:latin typeface="Calibri"/>
              </a:rPr>
              <a:t>Postgres 17 · 7 tables · 2 enum types · 3 triggers · 9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Daniil Puchkov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01 · Schema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Seven tables that encode the whole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760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users — identity + role (USER / ADMIN)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polls — title, question, schedule, settings flags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options — fixed choices for option-based polls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poll_participants — who voted (PK = poll_id, user_id)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votes — what was chosen (option_id XOR custom_text)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reports — moderation tickets opened by users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600">
                <a:solidFill>
                  <a:srgbClr val="111827"/>
                </a:solidFill>
                <a:latin typeface="Calibri"/>
              </a:rPr>
              <a:t>▸  report_reviews — admin decisions (PK = report_id, admin_id)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45720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2011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POSTGRES 17 —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468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Enum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2 — report_status, review_decision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CHECK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5 (poll schedule, max_choices, mixed-mode, vote payload, role)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40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Composite PKs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840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2 (poll_participants, report_reviews)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Foreign keys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2976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11 with ON DELETE CASCADE / SET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754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Triggers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3 (admin-only review, no self-review, vote-option matches poll)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Calibri"/>
              </a:rPr>
              <a:t>Indexes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212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9 (FK lookups + visibility filter)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02 · the two-table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Anonymity by structure, not by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Goal: enforce "one user, one vote" without storing the user→choice link for anonymous polls.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2DA8"/>
                </a:solidFill>
                <a:latin typeface="Calibri"/>
              </a:rPr>
              <a:t>poll_participants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WHO took part — always recorded.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680" y="3386120"/>
            <a:ext cx="4252000" cy="68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PRIMARY KEY (poll_id, user_id)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voted_at TIMESTAMPTZ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62DA8"/>
                </a:solidFill>
                <a:latin typeface="Calibri"/>
              </a:rPr>
              <a:t>votes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WHAT was chosen — user_id NULL when anonymous.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246120"/>
            <a:ext cx="4572000" cy="96012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9400" y="3386120"/>
            <a:ext cx="4252000" cy="68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user_id UUID NULL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option_id UUID NULL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custom_text TEXT NULL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DATABASE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827"/>
                </a:solidFill>
                <a:latin typeface="Calibri"/>
              </a:rPr>
              <a:t>Identity ⊥ choice: by separating the two relations, the uniqueness invariant is enforced declaratively (PK)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11827"/>
                </a:solidFill>
                <a:latin typeface="Calibri"/>
              </a:rPr>
              <a:t>while the user→vote linkage is severed at the schema level — anonymity is a structural property, not a runtime guard.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03 · declarative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Five CHECKs and two composite PKs replace dozens of 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49440" cy="402336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80" y="1968800"/>
            <a:ext cx="6629440" cy="374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(end_at &gt; start_at)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(NOT is_multiple_choice OR max_choices &gt; 1)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(NOT (is_multiple_choice AND allow_custom_answer))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   (option_id IS NOT NULL AND custom_text IS NULL) OR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   (option_id IS NULL     AND custom_text IS NOT NULL)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CHECK (role IN ('USER', 'ADMIN'))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PRIMARY KEY (poll_id, user_id)        -- poll_participants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111827"/>
                </a:solidFill>
                <a:latin typeface="Consolas"/>
              </a:rPr>
              <a:t>PRIMARY KEY (report_id, admin_id)     -- report_reviews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3657600" cy="40233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CODD'S RULE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28600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"Integrity constraints must be definable and storable in the catalog, not in application programs."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Every rule above eliminates a class of bugs at the data boundary — a misbehaving handler, a hand-written script, or a future microservice cannot bypass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04 · triggers as second-line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Row-level rules that CHECK alone cannot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report_reviews_admin_only — every INSERT/UPDATE asserts the actor's role is ADMIN.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report_reviews_no_self_review — admin cannot review a report they themselves filed.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500">
                <a:solidFill>
                  <a:srgbClr val="111827"/>
                </a:solidFill>
                <a:latin typeface="Calibri"/>
              </a:rPr>
              <a:t>▸  votes_option_matches_poll — a vote's option_id must belong to the same poll_id (cross-table referential check).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828800"/>
            <a:ext cx="3657600" cy="40233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DEFENSE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28600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App layer validates first — quick feedback, structured error envelopes.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11827"/>
                </a:solidFill>
                <a:latin typeface="Calibri"/>
              </a:rPr>
              <a:t>Triggers are the last line — even with direct DB access, the invariants hold. Procedural counterpart to declarative CHECK rules: row-level computations across tables that CHECK can't see.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80" y="4803440"/>
            <a:ext cx="6538000" cy="109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CREATE TRIGGER report_reviews_no_self_review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BEFORE INSERT OR UPDATE ON report_reviews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FOR EACH ROW EXECUTE FUNCTION ensure_report_review_not_self();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05 · ACID and quorum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Vote and review as atomic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VOTE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Single transaction across two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4937760" cy="24688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680" y="2974640"/>
            <a:ext cx="4617760" cy="218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BEGIN;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poll_participants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(poll_id, user_id, voted_at)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($1, $2, now());     -- 23505 ⇒ 409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votes (...)     -- N rows for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(...);               -- multi-choice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COMMIT;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62DA8"/>
                </a:solidFill>
                <a:latin typeface="Calibri"/>
              </a:rPr>
              <a:t>ADMIN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Calibri"/>
              </a:rPr>
              <a:t>Review row + report row in lockstep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834640"/>
            <a:ext cx="4937760" cy="24688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7960" y="2974640"/>
            <a:ext cx="4617760" cy="218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BEGIN;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INSERT INTO report_reviews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(report_id, admin_id, decision)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VALUES ($1, $2, $3);   -- triggers run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UPDATE reports SET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   status, approval_count, rejection_count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WHERE id = $1;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111827"/>
                </a:solidFill>
                <a:latin typeface="Consolas"/>
              </a:rPr>
              <a:t>COMMIT;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669280"/>
            <a:ext cx="1106424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11827"/>
                </a:solidFill>
                <a:latin typeface="Calibri"/>
              </a:rPr>
              <a:t>ACID + UNIQUE = no app-level locking. Re-vote, double-review, race condition? The constraint fires first; we map 23505 (unique violation) to a clean 409 Conflict.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F46E5"/>
                </a:solidFill>
                <a:latin typeface="Calibri"/>
              </a:rPr>
              <a:t>06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11827"/>
                </a:solidFill>
                <a:latin typeface="Calibri"/>
              </a:rPr>
              <a:t>What Postgres gave us, what stayed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DELEGATED TO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Uniqueness — composite PKs prevent double votes, double reviews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Referential integrity — FKs cascade deletes, ON DELETE SET NULL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Domain typing — enums for report_status, review_decision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Cross-row invariants — triggers for admin role, self-review, vote/poll alignment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Atomicity — vote = participation + N votes in one transaction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2400E"/>
                </a:solidFill>
                <a:latin typeface="Calibri"/>
              </a:rPr>
              <a:t>STILL IN THE APP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Computed status (scheduled / active / completed / hidden) — depends on now()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Quorum threshold — pure function over the reviews list, parameterised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Anonymity write-strategy — set votes.user_id = NULL when poll.is_anonymous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Aggregations — option counts, percentages, voter listings</a:t>
            </a:r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sz="1400">
                <a:solidFill>
                  <a:srgbClr val="111827"/>
                </a:solidFill>
                <a:latin typeface="Calibri"/>
              </a:rPr>
              <a:t>▸  Caching, paginated counts, index-friendly query shapes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106424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7900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Schema as a contract: every business rule we encoded once, in one migration, lives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Pollify · database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